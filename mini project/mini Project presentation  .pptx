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73" r:id="rId3"/>
    <p:sldId id="259" r:id="rId4"/>
    <p:sldId id="264" r:id="rId5"/>
    <p:sldId id="275" r:id="rId6"/>
    <p:sldId id="274" r:id="rId7"/>
    <p:sldId id="268" r:id="rId8"/>
    <p:sldId id="269" r:id="rId9"/>
    <p:sldId id="271" r:id="rId10"/>
    <p:sldId id="272" r:id="rId11"/>
  </p:sldIdLst>
  <p:sldSz cx="19010313" cy="10693400"/>
  <p:notesSz cx="7556500" cy="10693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4">
          <p15:clr>
            <a:srgbClr val="A4A3A4"/>
          </p15:clr>
        </p15:guide>
        <p15:guide id="2" pos="11124">
          <p15:clr>
            <a:srgbClr val="A4A3A4"/>
          </p15:clr>
        </p15:guide>
        <p15:guide id="3" orient="horz" pos="6344">
          <p15:clr>
            <a:srgbClr val="A4A3A4"/>
          </p15:clr>
        </p15:guide>
        <p15:guide id="4" pos="6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91ECF1-023C-4A2F-887C-9FF96ED43943}">
  <a:tblStyle styleId="{DF91ECF1-023C-4A2F-887C-9FF96ED439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69" autoAdjust="0"/>
  </p:normalViewPr>
  <p:slideViewPr>
    <p:cSldViewPr snapToGrid="0">
      <p:cViewPr varScale="1">
        <p:scale>
          <a:sx n="44" d="100"/>
          <a:sy n="44" d="100"/>
        </p:scale>
        <p:origin x="774" y="72"/>
      </p:cViewPr>
      <p:guideLst>
        <p:guide orient="horz" pos="344"/>
        <p:guide pos="11124"/>
        <p:guide orient="horz" pos="6344"/>
        <p:guide pos="6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5013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79900" y="0"/>
            <a:ext cx="3275013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6825"/>
            <a:ext cx="3275013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5"/>
              <a:buFont typeface="Calibri"/>
              <a:buNone/>
              <a:defRPr sz="935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rgbClr val="888888"/>
              </a:buClr>
              <a:buSzPts val="3742"/>
              <a:buNone/>
              <a:defRPr sz="3741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3118"/>
              <a:buNone/>
              <a:defRPr sz="3118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807"/>
              <a:buNone/>
              <a:defRPr sz="2807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5"/>
              <a:buNone/>
              <a:defRPr sz="2495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5"/>
              <a:buNone/>
              <a:defRPr sz="2495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5"/>
              <a:buNone/>
              <a:defRPr sz="2495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5"/>
              <a:buNone/>
              <a:defRPr sz="2495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5"/>
              <a:buNone/>
              <a:defRPr sz="2495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5"/>
              <a:buNone/>
              <a:defRPr sz="2495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1306959" y="2846623"/>
            <a:ext cx="8079383" cy="678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9623971" y="2846623"/>
            <a:ext cx="8079383" cy="678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1pPr>
            <a:lvl2pPr marL="914400" lvl="1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None/>
              <a:defRPr sz="3118" b="1"/>
            </a:lvl2pPr>
            <a:lvl3pPr marL="1371600" lvl="2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None/>
              <a:defRPr sz="2807" b="1"/>
            </a:lvl3pPr>
            <a:lvl4pPr marL="1828800" lvl="3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4pPr>
            <a:lvl5pPr marL="2286000" lvl="4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5pPr>
            <a:lvl6pPr marL="2743200" lvl="5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6pPr>
            <a:lvl7pPr marL="3200400" lvl="6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7pPr>
            <a:lvl8pPr marL="3657600" lvl="7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8pPr>
            <a:lvl9pPr marL="4114800" lvl="8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1309436" y="3906061"/>
            <a:ext cx="8042253" cy="574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9623971" y="2621369"/>
            <a:ext cx="8081859" cy="128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1pPr>
            <a:lvl2pPr marL="914400" lvl="1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None/>
              <a:defRPr sz="3118" b="1"/>
            </a:lvl2pPr>
            <a:lvl3pPr marL="1371600" lvl="2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None/>
              <a:defRPr sz="2807" b="1"/>
            </a:lvl3pPr>
            <a:lvl4pPr marL="1828800" lvl="3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4pPr>
            <a:lvl5pPr marL="2286000" lvl="4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5pPr>
            <a:lvl6pPr marL="2743200" lvl="5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6pPr>
            <a:lvl7pPr marL="3200400" lvl="6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7pPr>
            <a:lvl8pPr marL="3657600" lvl="7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8pPr>
            <a:lvl9pPr marL="4114800" lvl="8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9623971" y="3906061"/>
            <a:ext cx="8081859" cy="574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9"/>
              <a:buFont typeface="Calibri"/>
              <a:buNone/>
              <a:defRPr sz="498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8081859" y="1539652"/>
            <a:ext cx="9623971" cy="759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45401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4989"/>
              <a:buChar char="•"/>
              <a:defRPr sz="4989"/>
            </a:lvl1pPr>
            <a:lvl2pPr marL="914400" lvl="1" indent="-505841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4366"/>
              <a:buChar char="•"/>
              <a:defRPr sz="4366"/>
            </a:lvl2pPr>
            <a:lvl3pPr marL="1371600" lvl="2" indent="-466217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742"/>
              <a:buChar char="•"/>
              <a:defRPr sz="3741"/>
            </a:lvl3pPr>
            <a:lvl4pPr marL="1828800" lvl="3" indent="-426592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Char char="•"/>
              <a:defRPr sz="3118"/>
            </a:lvl4pPr>
            <a:lvl5pPr marL="2286000" lvl="4" indent="-426592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Char char="•"/>
              <a:defRPr sz="3118"/>
            </a:lvl5pPr>
            <a:lvl6pPr marL="2743200" lvl="5" indent="-426592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Char char="•"/>
              <a:defRPr sz="3118"/>
            </a:lvl6pPr>
            <a:lvl7pPr marL="3200400" lvl="6" indent="-426592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Char char="•"/>
              <a:defRPr sz="3118"/>
            </a:lvl7pPr>
            <a:lvl8pPr marL="3657600" lvl="7" indent="-426592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Char char="•"/>
              <a:defRPr sz="3118"/>
            </a:lvl8pPr>
            <a:lvl9pPr marL="4114800" lvl="8" indent="-426592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Char char="•"/>
              <a:defRPr sz="3118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1309436" y="3208020"/>
            <a:ext cx="6131320" cy="594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/>
            </a:lvl1pPr>
            <a:lvl2pPr marL="914400" lvl="1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183"/>
              <a:buNone/>
              <a:defRPr sz="2183"/>
            </a:lvl2pPr>
            <a:lvl3pPr marL="1371600" lvl="2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71"/>
              <a:buNone/>
              <a:defRPr sz="1870"/>
            </a:lvl3pPr>
            <a:lvl4pPr marL="1828800" lvl="3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4pPr>
            <a:lvl5pPr marL="2286000" lvl="4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5pPr>
            <a:lvl6pPr marL="2743200" lvl="5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6pPr>
            <a:lvl7pPr marL="3200400" lvl="6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7pPr>
            <a:lvl8pPr marL="3657600" lvl="7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8pPr>
            <a:lvl9pPr marL="4114800" lvl="8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9"/>
              <a:buFont typeface="Calibri"/>
              <a:buNone/>
              <a:defRPr sz="498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8081859" y="1539652"/>
            <a:ext cx="9623971" cy="759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4989"/>
              <a:buFont typeface="Arial"/>
              <a:buNone/>
              <a:defRPr sz="49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4366"/>
              <a:buFont typeface="Arial"/>
              <a:buNone/>
              <a:defRPr sz="4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742"/>
              <a:buFont typeface="Arial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309436" y="3208020"/>
            <a:ext cx="6131320" cy="594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/>
            </a:lvl1pPr>
            <a:lvl2pPr marL="914400" lvl="1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183"/>
              <a:buNone/>
              <a:defRPr sz="2183"/>
            </a:lvl2pPr>
            <a:lvl3pPr marL="1371600" lvl="2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71"/>
              <a:buNone/>
              <a:defRPr sz="1870"/>
            </a:lvl3pPr>
            <a:lvl4pPr marL="1828800" lvl="3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4pPr>
            <a:lvl5pPr marL="2286000" lvl="4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5pPr>
            <a:lvl6pPr marL="2743200" lvl="5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6pPr>
            <a:lvl7pPr marL="3200400" lvl="6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7pPr>
            <a:lvl8pPr marL="3657600" lvl="7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8pPr>
            <a:lvl9pPr marL="4114800" lvl="8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6112725" y="-1959143"/>
            <a:ext cx="6784864" cy="1639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11122724" y="3050857"/>
            <a:ext cx="9062162" cy="409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2805712" y="-929427"/>
            <a:ext cx="9062162" cy="12059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60"/>
              <a:buFont typeface="Calibri"/>
              <a:buNone/>
              <a:defRPr sz="68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05841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4366"/>
              <a:buFont typeface="Arial"/>
              <a:buChar char="•"/>
              <a:defRPr sz="4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66217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742"/>
              <a:buFont typeface="Arial"/>
              <a:buChar char="•"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26592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844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Font typeface="Arial"/>
              <a:buChar char="•"/>
              <a:defRPr sz="28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844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Font typeface="Arial"/>
              <a:buChar char="•"/>
              <a:defRPr sz="28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844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Font typeface="Arial"/>
              <a:buChar char="•"/>
              <a:defRPr sz="28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844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Font typeface="Arial"/>
              <a:buChar char="•"/>
              <a:defRPr sz="28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844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Font typeface="Arial"/>
              <a:buChar char="•"/>
              <a:defRPr sz="28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844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Font typeface="Arial"/>
              <a:buChar char="•"/>
              <a:defRPr sz="28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3"/>
          <p:cNvGrpSpPr/>
          <p:nvPr/>
        </p:nvGrpSpPr>
        <p:grpSpPr>
          <a:xfrm>
            <a:off x="18920" y="2070100"/>
            <a:ext cx="15048836" cy="827992"/>
            <a:chOff x="-10048" y="8640158"/>
            <a:chExt cx="4039580" cy="439420"/>
          </a:xfrm>
        </p:grpSpPr>
        <p:sp>
          <p:nvSpPr>
            <p:cNvPr id="90" name="Google Shape;90;p13"/>
            <p:cNvSpPr/>
            <p:nvPr/>
          </p:nvSpPr>
          <p:spPr>
            <a:xfrm>
              <a:off x="-10048" y="8640158"/>
              <a:ext cx="3923363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 extrusionOk="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Typing Speed Test</a:t>
              </a:r>
              <a:endParaRPr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800173" y="8640158"/>
              <a:ext cx="229359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 extrusionOk="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3"/>
          <p:cNvSpPr txBox="1"/>
          <p:nvPr/>
        </p:nvSpPr>
        <p:spPr>
          <a:xfrm>
            <a:off x="317577" y="653870"/>
            <a:ext cx="1461588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 </a:t>
            </a:r>
            <a:r>
              <a:rPr lang="en-US" sz="5400" dirty="0" err="1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Charan</a:t>
            </a:r>
            <a:r>
              <a:rPr lang="en-US" sz="54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Nigam Institute of </a:t>
            </a:r>
            <a:r>
              <a:rPr lang="en-US" sz="5400" dirty="0" err="1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Technology,Banda</a:t>
            </a:r>
            <a:endParaRPr sz="1800" dirty="0"/>
          </a:p>
        </p:txBody>
      </p:sp>
      <p:grpSp>
        <p:nvGrpSpPr>
          <p:cNvPr id="94" name="Google Shape;94;p13"/>
          <p:cNvGrpSpPr/>
          <p:nvPr/>
        </p:nvGrpSpPr>
        <p:grpSpPr>
          <a:xfrm>
            <a:off x="-19844" y="4221843"/>
            <a:ext cx="4134644" cy="667645"/>
            <a:chOff x="601553" y="8642689"/>
            <a:chExt cx="3734795" cy="354323"/>
          </a:xfrm>
        </p:grpSpPr>
        <p:sp>
          <p:nvSpPr>
            <p:cNvPr id="95" name="Google Shape;95;p13"/>
            <p:cNvSpPr/>
            <p:nvPr/>
          </p:nvSpPr>
          <p:spPr>
            <a:xfrm>
              <a:off x="601553" y="8642693"/>
              <a:ext cx="3321810" cy="354319"/>
            </a:xfrm>
            <a:custGeom>
              <a:avLst/>
              <a:gdLst/>
              <a:ahLst/>
              <a:cxnLst/>
              <a:rect l="l" t="t" r="r" b="b"/>
              <a:pathLst>
                <a:path w="3844925" h="439420" extrusionOk="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C55A11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	Presented by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3621605" y="8642689"/>
              <a:ext cx="714743" cy="354319"/>
            </a:xfrm>
            <a:custGeom>
              <a:avLst/>
              <a:gdLst/>
              <a:ahLst/>
              <a:cxnLst/>
              <a:rect l="l" t="t" r="r" b="b"/>
              <a:pathLst>
                <a:path w="439420" h="439420" extrusionOk="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C55A11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3"/>
          <p:cNvGrpSpPr/>
          <p:nvPr/>
        </p:nvGrpSpPr>
        <p:grpSpPr>
          <a:xfrm>
            <a:off x="15247247" y="4245779"/>
            <a:ext cx="3782909" cy="667644"/>
            <a:chOff x="-301759" y="8642690"/>
            <a:chExt cx="4225122" cy="354322"/>
          </a:xfrm>
        </p:grpSpPr>
        <p:sp>
          <p:nvSpPr>
            <p:cNvPr id="98" name="Google Shape;98;p13"/>
            <p:cNvSpPr/>
            <p:nvPr/>
          </p:nvSpPr>
          <p:spPr>
            <a:xfrm>
              <a:off x="0" y="8642690"/>
              <a:ext cx="3923363" cy="354319"/>
            </a:xfrm>
            <a:custGeom>
              <a:avLst/>
              <a:gdLst/>
              <a:ahLst/>
              <a:cxnLst/>
              <a:rect l="l" t="t" r="r" b="b"/>
              <a:pathLst>
                <a:path w="3844925" h="439420" extrusionOk="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C55A11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	Guided by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-301759" y="8642693"/>
              <a:ext cx="714743" cy="354319"/>
            </a:xfrm>
            <a:custGeom>
              <a:avLst/>
              <a:gdLst/>
              <a:ahLst/>
              <a:cxnLst/>
              <a:rect l="l" t="t" r="r" b="b"/>
              <a:pathLst>
                <a:path w="439420" h="439420" extrusionOk="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C55A11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3"/>
          <p:cNvSpPr txBox="1"/>
          <p:nvPr/>
        </p:nvSpPr>
        <p:spPr>
          <a:xfrm>
            <a:off x="317578" y="5257923"/>
            <a:ext cx="4419600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Pranjal Chakravarti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Roll no : 2101390100052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15247247" y="5481096"/>
            <a:ext cx="317330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Jitendra Nishad</a:t>
            </a:r>
            <a:endParaRPr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5085556" y="6650942"/>
            <a:ext cx="8044578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Technology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&amp; Engineering</a:t>
            </a:r>
            <a:endParaRPr dirty="0"/>
          </a:p>
        </p:txBody>
      </p:sp>
      <p:grpSp>
        <p:nvGrpSpPr>
          <p:cNvPr id="103" name="Google Shape;103;p13"/>
          <p:cNvGrpSpPr/>
          <p:nvPr/>
        </p:nvGrpSpPr>
        <p:grpSpPr>
          <a:xfrm>
            <a:off x="16237" y="9568581"/>
            <a:ext cx="19010314" cy="1112119"/>
            <a:chOff x="-2" y="9568581"/>
            <a:chExt cx="19010314" cy="1112119"/>
          </a:xfrm>
        </p:grpSpPr>
        <p:grpSp>
          <p:nvGrpSpPr>
            <p:cNvPr id="104" name="Google Shape;104;p13"/>
            <p:cNvGrpSpPr/>
            <p:nvPr/>
          </p:nvGrpSpPr>
          <p:grpSpPr>
            <a:xfrm>
              <a:off x="-2" y="9568581"/>
              <a:ext cx="19010314" cy="1112119"/>
              <a:chOff x="-324645" y="2222500"/>
              <a:chExt cx="22261686" cy="1302327"/>
            </a:xfrm>
          </p:grpSpPr>
          <p:sp>
            <p:nvSpPr>
              <p:cNvPr id="105" name="Google Shape;105;p13"/>
              <p:cNvSpPr/>
              <p:nvPr/>
            </p:nvSpPr>
            <p:spPr>
              <a:xfrm>
                <a:off x="-324645" y="2222500"/>
                <a:ext cx="17644827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 extrusionOk="0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1764"/>
                  </a:srgbClr>
                </a:outerShdw>
              </a:effectLst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20621789" y="2222500"/>
                <a:ext cx="1315252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 extrusionOk="0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1764"/>
                  </a:srgbClr>
                </a:outerShdw>
              </a:effectLst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" name="Google Shape;107;p13"/>
            <p:cNvSpPr/>
            <p:nvPr/>
          </p:nvSpPr>
          <p:spPr>
            <a:xfrm>
              <a:off x="15067756" y="9568581"/>
              <a:ext cx="2819400" cy="1112119"/>
            </a:xfrm>
            <a:custGeom>
              <a:avLst/>
              <a:gdLst/>
              <a:ahLst/>
              <a:cxnLst/>
              <a:rect l="l" t="t" r="r" b="b"/>
              <a:pathLst>
                <a:path w="1883409" h="440055" extrusionOk="0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99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3"/>
          <p:cNvSpPr txBox="1"/>
          <p:nvPr/>
        </p:nvSpPr>
        <p:spPr>
          <a:xfrm>
            <a:off x="15486923" y="9928984"/>
            <a:ext cx="224242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 - 2022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665956" y="9771598"/>
            <a:ext cx="11277600" cy="685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Science &amp; Engineering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13"/>
          <p:cNvSpPr txBox="1">
            <a:spLocks noGrp="1"/>
          </p:cNvSpPr>
          <p:nvPr>
            <p:ph type="sldNum" idx="12"/>
          </p:nvPr>
        </p:nvSpPr>
        <p:spPr>
          <a:xfrm>
            <a:off x="18115756" y="9911199"/>
            <a:ext cx="575041" cy="388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200">
                <a:solidFill>
                  <a:schemeClr val="lt1"/>
                </a:solidFill>
              </a:rPr>
              <a:t>1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9EE48B-3017-8546-2DAF-49BC89842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6851" y="269555"/>
            <a:ext cx="2653946" cy="26539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CFC52E-7FC6-1856-0816-7C718A6CB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247" y="2795181"/>
            <a:ext cx="4157094" cy="41570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18C6F-0CDE-E247-2951-70E914EB21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249CC7-2133-8BBA-6847-9E6586531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336" y="399466"/>
            <a:ext cx="14173156" cy="989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90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200">
                <a:solidFill>
                  <a:schemeClr val="lt1"/>
                </a:solidFill>
              </a:rPr>
              <a:t>3</a:t>
            </a:fld>
            <a:endParaRPr sz="3200">
              <a:solidFill>
                <a:schemeClr val="lt1"/>
              </a:solidFill>
            </a:endParaRPr>
          </a:p>
        </p:txBody>
      </p:sp>
      <p:grpSp>
        <p:nvGrpSpPr>
          <p:cNvPr id="151" name="Google Shape;151;p16"/>
          <p:cNvGrpSpPr/>
          <p:nvPr/>
        </p:nvGrpSpPr>
        <p:grpSpPr>
          <a:xfrm>
            <a:off x="-2" y="9614301"/>
            <a:ext cx="19010314" cy="1112119"/>
            <a:chOff x="-2" y="9568581"/>
            <a:chExt cx="19010314" cy="1112119"/>
          </a:xfrm>
        </p:grpSpPr>
        <p:grpSp>
          <p:nvGrpSpPr>
            <p:cNvPr id="152" name="Google Shape;152;p16"/>
            <p:cNvGrpSpPr/>
            <p:nvPr/>
          </p:nvGrpSpPr>
          <p:grpSpPr>
            <a:xfrm>
              <a:off x="-2" y="9568581"/>
              <a:ext cx="19010314" cy="1112119"/>
              <a:chOff x="-324645" y="2222500"/>
              <a:chExt cx="22261686" cy="1302327"/>
            </a:xfrm>
          </p:grpSpPr>
          <p:sp>
            <p:nvSpPr>
              <p:cNvPr id="153" name="Google Shape;153;p16"/>
              <p:cNvSpPr/>
              <p:nvPr/>
            </p:nvSpPr>
            <p:spPr>
              <a:xfrm>
                <a:off x="-324645" y="2222500"/>
                <a:ext cx="17644827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 extrusionOk="0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1764"/>
                  </a:srgbClr>
                </a:outerShdw>
              </a:effectLst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6"/>
              <p:cNvSpPr/>
              <p:nvPr/>
            </p:nvSpPr>
            <p:spPr>
              <a:xfrm>
                <a:off x="20621789" y="2222500"/>
                <a:ext cx="1315252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 extrusionOk="0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1764"/>
                  </a:srgbClr>
                </a:outerShdw>
              </a:effectLst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" name="Google Shape;155;p16"/>
            <p:cNvSpPr/>
            <p:nvPr/>
          </p:nvSpPr>
          <p:spPr>
            <a:xfrm>
              <a:off x="15067756" y="9568581"/>
              <a:ext cx="2819400" cy="1112119"/>
            </a:xfrm>
            <a:custGeom>
              <a:avLst/>
              <a:gdLst/>
              <a:ahLst/>
              <a:cxnLst/>
              <a:rect l="l" t="t" r="r" b="b"/>
              <a:pathLst>
                <a:path w="1883409" h="440055" extrusionOk="0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99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6"/>
          <p:cNvSpPr txBox="1"/>
          <p:nvPr/>
        </p:nvSpPr>
        <p:spPr>
          <a:xfrm>
            <a:off x="665956" y="9771598"/>
            <a:ext cx="112776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Typing Speed Test</a:t>
            </a:r>
            <a:endParaRPr dirty="0"/>
          </a:p>
        </p:txBody>
      </p:sp>
      <p:sp>
        <p:nvSpPr>
          <p:cNvPr id="157" name="Google Shape;157;p16"/>
          <p:cNvSpPr txBox="1"/>
          <p:nvPr/>
        </p:nvSpPr>
        <p:spPr>
          <a:xfrm>
            <a:off x="15353237" y="9934250"/>
            <a:ext cx="22424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 - 2022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18115756" y="9911199"/>
            <a:ext cx="575041" cy="388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7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16"/>
          <p:cNvGrpSpPr/>
          <p:nvPr/>
        </p:nvGrpSpPr>
        <p:grpSpPr>
          <a:xfrm>
            <a:off x="-26281" y="774700"/>
            <a:ext cx="15071695" cy="827992"/>
            <a:chOff x="-16184" y="8640158"/>
            <a:chExt cx="4045716" cy="439420"/>
          </a:xfrm>
        </p:grpSpPr>
        <p:sp>
          <p:nvSpPr>
            <p:cNvPr id="160" name="Google Shape;160;p16"/>
            <p:cNvSpPr/>
            <p:nvPr/>
          </p:nvSpPr>
          <p:spPr>
            <a:xfrm>
              <a:off x="-16184" y="8640158"/>
              <a:ext cx="3923363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 extrusionOk="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US" sz="54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 Introduction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3800173" y="8640158"/>
              <a:ext cx="229359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 extrusionOk="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16"/>
          <p:cNvSpPr txBox="1"/>
          <p:nvPr/>
        </p:nvSpPr>
        <p:spPr>
          <a:xfrm>
            <a:off x="1029040" y="1759989"/>
            <a:ext cx="8476116" cy="5676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27735" algn="l"/>
              </a:tabLst>
            </a:pPr>
            <a:r>
              <a:rPr lang="en-US" sz="4400" dirty="0">
                <a:solidFill>
                  <a:srgbClr val="44444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44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 can </a:t>
            </a:r>
            <a:r>
              <a:rPr lang="en-US" sz="4400" b="1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check</a:t>
            </a:r>
            <a:r>
              <a:rPr lang="en-US" sz="44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and even </a:t>
            </a:r>
            <a:r>
              <a:rPr lang="en-US" sz="4400" b="1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improve</a:t>
            </a:r>
            <a:r>
              <a:rPr lang="en-US" sz="44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your typing speed.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927735" algn="l"/>
              </a:tabLst>
            </a:pPr>
            <a:r>
              <a:rPr lang="en-US" sz="44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571500"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27735" algn="l"/>
              </a:tabLst>
            </a:pPr>
            <a:r>
              <a:rPr lang="en-US" sz="4400" dirty="0">
                <a:solidFill>
                  <a:srgbClr val="44444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44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use the </a:t>
            </a:r>
            <a:r>
              <a:rPr lang="en-US" sz="4400" b="1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Tkinter</a:t>
            </a:r>
            <a:r>
              <a:rPr lang="en-US" sz="4400" b="1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library </a:t>
            </a:r>
          </a:p>
          <a:p>
            <a:pPr marL="571500"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27735" algn="l"/>
              </a:tabLst>
            </a:pPr>
            <a:endParaRPr lang="en-US" sz="4400" dirty="0">
              <a:solidFill>
                <a:srgbClr val="44444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27735" algn="l"/>
              </a:tabLst>
            </a:pPr>
            <a:r>
              <a:rPr lang="en-US" sz="4400" dirty="0">
                <a:solidFill>
                  <a:srgbClr val="44444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44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orking with graphics user interface draw the images and text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418124-E646-A515-B5E2-963FA90FE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5472" y="2656113"/>
            <a:ext cx="8772548" cy="5845019"/>
          </a:xfrm>
          <a:prstGeom prst="rect">
            <a:avLst/>
          </a:prstGeom>
        </p:spPr>
      </p:pic>
      <p:sp>
        <p:nvSpPr>
          <p:cNvPr id="2" name="Google Shape;162;p16">
            <a:extLst>
              <a:ext uri="{FF2B5EF4-FFF2-40B4-BE49-F238E27FC236}">
                <a16:creationId xmlns:a16="http://schemas.microsoft.com/office/drawing/2014/main" id="{4A61AEF1-BB5F-7E90-629E-C62A00A102B7}"/>
              </a:ext>
            </a:extLst>
          </p:cNvPr>
          <p:cNvSpPr txBox="1"/>
          <p:nvPr/>
        </p:nvSpPr>
        <p:spPr>
          <a:xfrm>
            <a:off x="12946969" y="2000205"/>
            <a:ext cx="8624332" cy="655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927735" algn="l"/>
              </a:tabLst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200">
                <a:solidFill>
                  <a:schemeClr val="lt1"/>
                </a:solidFill>
              </a:rPr>
              <a:t>4</a:t>
            </a:fld>
            <a:endParaRPr sz="3200">
              <a:solidFill>
                <a:schemeClr val="lt1"/>
              </a:solidFill>
            </a:endParaRPr>
          </a:p>
        </p:txBody>
      </p:sp>
      <p:grpSp>
        <p:nvGrpSpPr>
          <p:cNvPr id="239" name="Google Shape;239;p21"/>
          <p:cNvGrpSpPr/>
          <p:nvPr/>
        </p:nvGrpSpPr>
        <p:grpSpPr>
          <a:xfrm>
            <a:off x="-1" y="9581281"/>
            <a:ext cx="19010314" cy="1112119"/>
            <a:chOff x="-2" y="9568581"/>
            <a:chExt cx="19010314" cy="1112119"/>
          </a:xfrm>
        </p:grpSpPr>
        <p:grpSp>
          <p:nvGrpSpPr>
            <p:cNvPr id="240" name="Google Shape;240;p21"/>
            <p:cNvGrpSpPr/>
            <p:nvPr/>
          </p:nvGrpSpPr>
          <p:grpSpPr>
            <a:xfrm>
              <a:off x="-2" y="9568581"/>
              <a:ext cx="19010314" cy="1112119"/>
              <a:chOff x="-324645" y="2222500"/>
              <a:chExt cx="22261686" cy="1302327"/>
            </a:xfrm>
          </p:grpSpPr>
          <p:sp>
            <p:nvSpPr>
              <p:cNvPr id="241" name="Google Shape;241;p21"/>
              <p:cNvSpPr/>
              <p:nvPr/>
            </p:nvSpPr>
            <p:spPr>
              <a:xfrm>
                <a:off x="-324645" y="2222500"/>
                <a:ext cx="17644827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 extrusionOk="0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1764"/>
                  </a:srgbClr>
                </a:outerShdw>
              </a:effectLst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21"/>
              <p:cNvSpPr/>
              <p:nvPr/>
            </p:nvSpPr>
            <p:spPr>
              <a:xfrm>
                <a:off x="20621789" y="2222500"/>
                <a:ext cx="1315252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 extrusionOk="0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1764"/>
                  </a:srgbClr>
                </a:outerShdw>
              </a:effectLst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3" name="Google Shape;243;p21"/>
            <p:cNvSpPr/>
            <p:nvPr/>
          </p:nvSpPr>
          <p:spPr>
            <a:xfrm>
              <a:off x="15067756" y="9568581"/>
              <a:ext cx="2819400" cy="1112119"/>
            </a:xfrm>
            <a:custGeom>
              <a:avLst/>
              <a:gdLst/>
              <a:ahLst/>
              <a:cxnLst/>
              <a:rect l="l" t="t" r="r" b="b"/>
              <a:pathLst>
                <a:path w="1883409" h="440055" extrusionOk="0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99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21"/>
          <p:cNvSpPr txBox="1"/>
          <p:nvPr/>
        </p:nvSpPr>
        <p:spPr>
          <a:xfrm>
            <a:off x="665956" y="9771598"/>
            <a:ext cx="11277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Typing Speed Test</a:t>
            </a:r>
            <a:endParaRPr lang="en-US" sz="4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245;p21"/>
          <p:cNvSpPr txBox="1"/>
          <p:nvPr/>
        </p:nvSpPr>
        <p:spPr>
          <a:xfrm>
            <a:off x="15486923" y="9928984"/>
            <a:ext cx="22424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 - 2022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18115756" y="9911199"/>
            <a:ext cx="575041" cy="388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7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7" name="Google Shape;247;p21"/>
          <p:cNvGrpSpPr/>
          <p:nvPr/>
        </p:nvGrpSpPr>
        <p:grpSpPr>
          <a:xfrm>
            <a:off x="-26281" y="774700"/>
            <a:ext cx="15071695" cy="827992"/>
            <a:chOff x="-16184" y="8640158"/>
            <a:chExt cx="4045716" cy="439420"/>
          </a:xfrm>
        </p:grpSpPr>
        <p:sp>
          <p:nvSpPr>
            <p:cNvPr id="248" name="Google Shape;248;p21"/>
            <p:cNvSpPr/>
            <p:nvPr/>
          </p:nvSpPr>
          <p:spPr>
            <a:xfrm>
              <a:off x="-16184" y="8640158"/>
              <a:ext cx="3923363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 extrusionOk="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lang="en-US" sz="5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Requirements</a:t>
              </a:r>
              <a:endParaRPr dirty="0"/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3800173" y="8640158"/>
              <a:ext cx="229359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 extrusionOk="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21"/>
          <p:cNvSpPr txBox="1"/>
          <p:nvPr/>
        </p:nvSpPr>
        <p:spPr>
          <a:xfrm>
            <a:off x="1176496" y="2080912"/>
            <a:ext cx="8199407" cy="9264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3600"/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SOFTWARE REQUIREMENT 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  <a:endParaRPr lang="en-US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Operating System: - WINDOWS  </a:t>
            </a:r>
          </a:p>
          <a:p>
            <a:pPr marL="457200" indent="-457200"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 End: - </a:t>
            </a:r>
            <a:r>
              <a:rPr lang="en-US" sz="3600" dirty="0"/>
              <a:t>Python 3.9.5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Interpreter </a:t>
            </a:r>
          </a:p>
          <a:p>
            <a:pPr marL="457200" indent="-457200"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 End Language: - Python3</a:t>
            </a:r>
          </a:p>
          <a:p>
            <a:pPr marL="457200" indent="-457200"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 Design: - </a:t>
            </a:r>
            <a:r>
              <a:rPr lang="en-US" sz="4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Tkinterface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dk1"/>
              </a:buClr>
              <a:buSzPts val="3600"/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dk1"/>
              </a:buClr>
              <a:buSzPts val="3600"/>
            </a:pPr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HARDWARE  REQUIREMENT :</a:t>
            </a:r>
          </a:p>
          <a:p>
            <a:pPr marL="285750" indent="-285750"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Minimum RAM: - 1GB</a:t>
            </a:r>
          </a:p>
          <a:p>
            <a:pPr marL="457200" indent="-457200"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Minimum   Hard Disk: - 128GB </a:t>
            </a:r>
            <a:endParaRPr lang="en-US" sz="3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Processor: - Intel Pentium 4(2.0 GHz) or above 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dk1"/>
              </a:buClr>
              <a:buSzPts val="3600"/>
            </a:pPr>
            <a:endParaRPr lang="en-US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dk1"/>
              </a:buClr>
              <a:buSzPts val="3600"/>
            </a:pP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dk1"/>
              </a:buClr>
              <a:buSzPts val="3600"/>
            </a:pP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</a:pPr>
            <a:endParaRPr lang="en-US" sz="4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578551-B1B8-1B54-01D5-6C0C278C2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156" y="2428941"/>
            <a:ext cx="9079247" cy="6758641"/>
          </a:xfrm>
          <a:prstGeom prst="rect">
            <a:avLst/>
          </a:prstGeom>
        </p:spPr>
      </p:pic>
      <p:sp>
        <p:nvSpPr>
          <p:cNvPr id="2" name="Google Shape;162;p16">
            <a:extLst>
              <a:ext uri="{FF2B5EF4-FFF2-40B4-BE49-F238E27FC236}">
                <a16:creationId xmlns:a16="http://schemas.microsoft.com/office/drawing/2014/main" id="{52644B1B-91AC-DB62-C18F-06EB96D2867C}"/>
              </a:ext>
            </a:extLst>
          </p:cNvPr>
          <p:cNvSpPr txBox="1"/>
          <p:nvPr/>
        </p:nvSpPr>
        <p:spPr>
          <a:xfrm>
            <a:off x="12533311" y="1857652"/>
            <a:ext cx="8624332" cy="655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927735" algn="l"/>
              </a:tabLst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7C3F8-93B2-C87A-7B57-58803338AE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grpSp>
        <p:nvGrpSpPr>
          <p:cNvPr id="5" name="Google Shape;247;p21">
            <a:extLst>
              <a:ext uri="{FF2B5EF4-FFF2-40B4-BE49-F238E27FC236}">
                <a16:creationId xmlns:a16="http://schemas.microsoft.com/office/drawing/2014/main" id="{DB5FEC84-9FF3-CED2-8D14-033431BBCF12}"/>
              </a:ext>
            </a:extLst>
          </p:cNvPr>
          <p:cNvGrpSpPr/>
          <p:nvPr/>
        </p:nvGrpSpPr>
        <p:grpSpPr>
          <a:xfrm>
            <a:off x="-26281" y="665843"/>
            <a:ext cx="15071695" cy="827992"/>
            <a:chOff x="-16184" y="8640158"/>
            <a:chExt cx="4045716" cy="439420"/>
          </a:xfrm>
        </p:grpSpPr>
        <p:sp>
          <p:nvSpPr>
            <p:cNvPr id="6" name="Google Shape;248;p21">
              <a:extLst>
                <a:ext uri="{FF2B5EF4-FFF2-40B4-BE49-F238E27FC236}">
                  <a16:creationId xmlns:a16="http://schemas.microsoft.com/office/drawing/2014/main" id="{F2FBEA55-753B-B5FB-00EE-4850D78F8B41}"/>
                </a:ext>
              </a:extLst>
            </p:cNvPr>
            <p:cNvSpPr/>
            <p:nvPr/>
          </p:nvSpPr>
          <p:spPr>
            <a:xfrm>
              <a:off x="-16184" y="8640158"/>
              <a:ext cx="3923363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 extrusionOk="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3. Data Flow Diagram</a:t>
              </a:r>
              <a:endParaRPr dirty="0"/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49;p21">
              <a:extLst>
                <a:ext uri="{FF2B5EF4-FFF2-40B4-BE49-F238E27FC236}">
                  <a16:creationId xmlns:a16="http://schemas.microsoft.com/office/drawing/2014/main" id="{98C3F913-2721-E045-DCC8-3394EC35A312}"/>
                </a:ext>
              </a:extLst>
            </p:cNvPr>
            <p:cNvSpPr/>
            <p:nvPr/>
          </p:nvSpPr>
          <p:spPr>
            <a:xfrm>
              <a:off x="3800173" y="8640158"/>
              <a:ext cx="229359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 extrusionOk="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9E9142C-CEA4-BC5A-6AFB-3F139820C51B}"/>
              </a:ext>
            </a:extLst>
          </p:cNvPr>
          <p:cNvSpPr/>
          <p:nvPr/>
        </p:nvSpPr>
        <p:spPr>
          <a:xfrm>
            <a:off x="876590" y="4443185"/>
            <a:ext cx="5138058" cy="26778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500" dirty="0"/>
              <a:t>User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FDB9D4-D32B-944B-094B-D04664EACADC}"/>
              </a:ext>
            </a:extLst>
          </p:cNvPr>
          <p:cNvSpPr/>
          <p:nvPr/>
        </p:nvSpPr>
        <p:spPr>
          <a:xfrm>
            <a:off x="13213380" y="4443185"/>
            <a:ext cx="5138058" cy="26778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/>
              <a:t>Administrator</a:t>
            </a:r>
            <a:endParaRPr lang="en-US" sz="1200" b="1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0E63CDE8-F5E5-7D30-1ED2-09402CDE935E}"/>
              </a:ext>
            </a:extLst>
          </p:cNvPr>
          <p:cNvSpPr/>
          <p:nvPr/>
        </p:nvSpPr>
        <p:spPr>
          <a:xfrm>
            <a:off x="7968994" y="4291692"/>
            <a:ext cx="3072324" cy="2980872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Typing Speed Test</a:t>
            </a:r>
            <a:endParaRPr lang="en-US" b="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733B8EC-6DDE-9A58-7A48-20E39DB52603}"/>
              </a:ext>
            </a:extLst>
          </p:cNvPr>
          <p:cNvCxnSpPr>
            <a:stCxn id="10" idx="6"/>
            <a:endCxn id="9" idx="1"/>
          </p:cNvCxnSpPr>
          <p:nvPr/>
        </p:nvCxnSpPr>
        <p:spPr>
          <a:xfrm>
            <a:off x="11041318" y="5782128"/>
            <a:ext cx="217206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02BDE00-6312-BFE2-BB25-B7357B5ECBCE}"/>
              </a:ext>
            </a:extLst>
          </p:cNvPr>
          <p:cNvCxnSpPr>
            <a:stCxn id="8" idx="3"/>
            <a:endCxn id="10" idx="2"/>
          </p:cNvCxnSpPr>
          <p:nvPr/>
        </p:nvCxnSpPr>
        <p:spPr>
          <a:xfrm>
            <a:off x="6014648" y="5782128"/>
            <a:ext cx="19543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6" name="Google Shape;239;p21">
            <a:extLst>
              <a:ext uri="{FF2B5EF4-FFF2-40B4-BE49-F238E27FC236}">
                <a16:creationId xmlns:a16="http://schemas.microsoft.com/office/drawing/2014/main" id="{51CFF2EB-FB78-6984-D19A-578805640F5E}"/>
              </a:ext>
            </a:extLst>
          </p:cNvPr>
          <p:cNvGrpSpPr/>
          <p:nvPr/>
        </p:nvGrpSpPr>
        <p:grpSpPr>
          <a:xfrm>
            <a:off x="-1" y="9777224"/>
            <a:ext cx="19010314" cy="1112119"/>
            <a:chOff x="-2" y="9568581"/>
            <a:chExt cx="19010314" cy="1112119"/>
          </a:xfrm>
        </p:grpSpPr>
        <p:grpSp>
          <p:nvGrpSpPr>
            <p:cNvPr id="37" name="Google Shape;240;p21">
              <a:extLst>
                <a:ext uri="{FF2B5EF4-FFF2-40B4-BE49-F238E27FC236}">
                  <a16:creationId xmlns:a16="http://schemas.microsoft.com/office/drawing/2014/main" id="{729A0FD9-30CB-1D84-829A-D9DB7A1F4BD2}"/>
                </a:ext>
              </a:extLst>
            </p:cNvPr>
            <p:cNvGrpSpPr/>
            <p:nvPr/>
          </p:nvGrpSpPr>
          <p:grpSpPr>
            <a:xfrm>
              <a:off x="-2" y="9568581"/>
              <a:ext cx="19010314" cy="1112119"/>
              <a:chOff x="-324645" y="2222500"/>
              <a:chExt cx="22261686" cy="1302327"/>
            </a:xfrm>
          </p:grpSpPr>
          <p:sp>
            <p:nvSpPr>
              <p:cNvPr id="39" name="Google Shape;241;p21">
                <a:extLst>
                  <a:ext uri="{FF2B5EF4-FFF2-40B4-BE49-F238E27FC236}">
                    <a16:creationId xmlns:a16="http://schemas.microsoft.com/office/drawing/2014/main" id="{24601A6B-0E9B-A8B7-9110-6E41FFB9C874}"/>
                  </a:ext>
                </a:extLst>
              </p:cNvPr>
              <p:cNvSpPr/>
              <p:nvPr/>
            </p:nvSpPr>
            <p:spPr>
              <a:xfrm>
                <a:off x="-324645" y="2222500"/>
                <a:ext cx="17644827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 extrusionOk="0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1764"/>
                  </a:srgbClr>
                </a:outerShdw>
              </a:effectLst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242;p21">
                <a:extLst>
                  <a:ext uri="{FF2B5EF4-FFF2-40B4-BE49-F238E27FC236}">
                    <a16:creationId xmlns:a16="http://schemas.microsoft.com/office/drawing/2014/main" id="{8C96A1D8-1134-1990-EC7E-A7780D779042}"/>
                  </a:ext>
                </a:extLst>
              </p:cNvPr>
              <p:cNvSpPr/>
              <p:nvPr/>
            </p:nvSpPr>
            <p:spPr>
              <a:xfrm>
                <a:off x="20621789" y="2222500"/>
                <a:ext cx="1315252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 extrusionOk="0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1764"/>
                  </a:srgbClr>
                </a:outerShdw>
              </a:effectLst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" name="Google Shape;243;p21">
              <a:extLst>
                <a:ext uri="{FF2B5EF4-FFF2-40B4-BE49-F238E27FC236}">
                  <a16:creationId xmlns:a16="http://schemas.microsoft.com/office/drawing/2014/main" id="{BB93746F-411A-5D54-CF8E-DE3DFC942873}"/>
                </a:ext>
              </a:extLst>
            </p:cNvPr>
            <p:cNvSpPr/>
            <p:nvPr/>
          </p:nvSpPr>
          <p:spPr>
            <a:xfrm>
              <a:off x="15067756" y="9568581"/>
              <a:ext cx="2819400" cy="1112119"/>
            </a:xfrm>
            <a:custGeom>
              <a:avLst/>
              <a:gdLst/>
              <a:ahLst/>
              <a:cxnLst/>
              <a:rect l="l" t="t" r="r" b="b"/>
              <a:pathLst>
                <a:path w="1883409" h="440055" extrusionOk="0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99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23B5835-8DEE-3988-6909-693E2B1FBA58}"/>
              </a:ext>
            </a:extLst>
          </p:cNvPr>
          <p:cNvSpPr txBox="1"/>
          <p:nvPr/>
        </p:nvSpPr>
        <p:spPr>
          <a:xfrm>
            <a:off x="884635" y="9867971"/>
            <a:ext cx="9829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Typing Speed Test</a:t>
            </a:r>
            <a:endParaRPr lang="en-US" sz="16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CA5860-36B5-4878-6BBA-A47B0AE9AA0E}"/>
              </a:ext>
            </a:extLst>
          </p:cNvPr>
          <p:cNvSpPr txBox="1"/>
          <p:nvPr/>
        </p:nvSpPr>
        <p:spPr>
          <a:xfrm>
            <a:off x="15500284" y="10098802"/>
            <a:ext cx="2203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Dec - 2022</a:t>
            </a:r>
            <a:endParaRPr lang="en-US"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519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D8F6A-EB26-0ABA-B1E3-DA6A6A9E1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25988" y="2310084"/>
            <a:ext cx="6077411" cy="6784864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7600" dirty="0"/>
              <a:t>                                                                                        </a:t>
            </a:r>
            <a:r>
              <a:rPr lang="en-US" sz="17600" b="1" dirty="0"/>
              <a:t>Elapsed Time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600" b="1" dirty="0"/>
              <a:t>                                                                                        Remaining Time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600" b="1" dirty="0"/>
              <a:t>                                                                                        WPM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600" b="1" dirty="0"/>
              <a:t>                                                                                        Accuracy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600" b="1" dirty="0"/>
              <a:t>                                                                                        Total words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600" b="1" dirty="0"/>
              <a:t>                                                                                         Wrong words</a:t>
            </a:r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63E66-E415-AE8C-D087-EB0030C68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pSp>
        <p:nvGrpSpPr>
          <p:cNvPr id="5" name="Google Shape;159;p16">
            <a:extLst>
              <a:ext uri="{FF2B5EF4-FFF2-40B4-BE49-F238E27FC236}">
                <a16:creationId xmlns:a16="http://schemas.microsoft.com/office/drawing/2014/main" id="{17BF2725-BA55-A4B3-5F94-6932E1753AF8}"/>
              </a:ext>
            </a:extLst>
          </p:cNvPr>
          <p:cNvGrpSpPr/>
          <p:nvPr/>
        </p:nvGrpSpPr>
        <p:grpSpPr>
          <a:xfrm>
            <a:off x="-26281" y="665843"/>
            <a:ext cx="15071695" cy="827992"/>
            <a:chOff x="-16184" y="8640158"/>
            <a:chExt cx="4045716" cy="439420"/>
          </a:xfrm>
        </p:grpSpPr>
        <p:sp>
          <p:nvSpPr>
            <p:cNvPr id="6" name="Google Shape;160;p16">
              <a:extLst>
                <a:ext uri="{FF2B5EF4-FFF2-40B4-BE49-F238E27FC236}">
                  <a16:creationId xmlns:a16="http://schemas.microsoft.com/office/drawing/2014/main" id="{5CE553EA-2DF4-4A50-18D8-F120AE3D86EC}"/>
                </a:ext>
              </a:extLst>
            </p:cNvPr>
            <p:cNvSpPr/>
            <p:nvPr/>
          </p:nvSpPr>
          <p:spPr>
            <a:xfrm>
              <a:off x="-16184" y="8640158"/>
              <a:ext cx="3923363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 extrusionOk="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lang="en-US" sz="54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.Modules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61;p16">
              <a:extLst>
                <a:ext uri="{FF2B5EF4-FFF2-40B4-BE49-F238E27FC236}">
                  <a16:creationId xmlns:a16="http://schemas.microsoft.com/office/drawing/2014/main" id="{A3B18445-F003-C7E9-BE3E-D34E74F19FE2}"/>
                </a:ext>
              </a:extLst>
            </p:cNvPr>
            <p:cNvSpPr/>
            <p:nvPr/>
          </p:nvSpPr>
          <p:spPr>
            <a:xfrm>
              <a:off x="3800173" y="8640158"/>
              <a:ext cx="229359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 extrusionOk="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0C1C344-087E-9869-5DA5-0C6885FFC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57" y="1989336"/>
            <a:ext cx="11728079" cy="820652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3A4D05-F414-892C-0F56-0D6922EEA379}"/>
              </a:ext>
            </a:extLst>
          </p:cNvPr>
          <p:cNvCxnSpPr/>
          <p:nvPr/>
        </p:nvCxnSpPr>
        <p:spPr>
          <a:xfrm flipV="1">
            <a:off x="11192750" y="3287486"/>
            <a:ext cx="1698171" cy="19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729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200">
                <a:solidFill>
                  <a:schemeClr val="lt1"/>
                </a:solidFill>
              </a:rPr>
              <a:t>7</a:t>
            </a:fld>
            <a:endParaRPr sz="3200">
              <a:solidFill>
                <a:schemeClr val="lt1"/>
              </a:solidFill>
            </a:endParaRPr>
          </a:p>
        </p:txBody>
      </p:sp>
      <p:grpSp>
        <p:nvGrpSpPr>
          <p:cNvPr id="311" name="Google Shape;311;p25"/>
          <p:cNvGrpSpPr/>
          <p:nvPr/>
        </p:nvGrpSpPr>
        <p:grpSpPr>
          <a:xfrm>
            <a:off x="-2" y="9568581"/>
            <a:ext cx="19010314" cy="1112119"/>
            <a:chOff x="-2" y="9568581"/>
            <a:chExt cx="19010314" cy="1112119"/>
          </a:xfrm>
        </p:grpSpPr>
        <p:grpSp>
          <p:nvGrpSpPr>
            <p:cNvPr id="312" name="Google Shape;312;p25"/>
            <p:cNvGrpSpPr/>
            <p:nvPr/>
          </p:nvGrpSpPr>
          <p:grpSpPr>
            <a:xfrm>
              <a:off x="-2" y="9568581"/>
              <a:ext cx="19010314" cy="1112119"/>
              <a:chOff x="-324645" y="2222500"/>
              <a:chExt cx="22261686" cy="1302327"/>
            </a:xfrm>
          </p:grpSpPr>
          <p:sp>
            <p:nvSpPr>
              <p:cNvPr id="313" name="Google Shape;313;p25"/>
              <p:cNvSpPr/>
              <p:nvPr/>
            </p:nvSpPr>
            <p:spPr>
              <a:xfrm>
                <a:off x="-324645" y="2222500"/>
                <a:ext cx="17644827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 extrusionOk="0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1764"/>
                  </a:srgbClr>
                </a:outerShdw>
              </a:effectLst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25"/>
              <p:cNvSpPr/>
              <p:nvPr/>
            </p:nvSpPr>
            <p:spPr>
              <a:xfrm>
                <a:off x="20621789" y="2222500"/>
                <a:ext cx="1315252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 extrusionOk="0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1764"/>
                  </a:srgbClr>
                </a:outerShdw>
              </a:effectLst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5" name="Google Shape;315;p25"/>
            <p:cNvSpPr/>
            <p:nvPr/>
          </p:nvSpPr>
          <p:spPr>
            <a:xfrm>
              <a:off x="15067756" y="9568581"/>
              <a:ext cx="2819400" cy="1112119"/>
            </a:xfrm>
            <a:custGeom>
              <a:avLst/>
              <a:gdLst/>
              <a:ahLst/>
              <a:cxnLst/>
              <a:rect l="l" t="t" r="r" b="b"/>
              <a:pathLst>
                <a:path w="1883409" h="440055" extrusionOk="0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99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25"/>
          <p:cNvSpPr txBox="1"/>
          <p:nvPr/>
        </p:nvSpPr>
        <p:spPr>
          <a:xfrm>
            <a:off x="665956" y="9771598"/>
            <a:ext cx="11277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Typing Speed Test</a:t>
            </a:r>
            <a:endParaRPr lang="en-US" sz="4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7" name="Google Shape;317;p25"/>
          <p:cNvSpPr txBox="1"/>
          <p:nvPr/>
        </p:nvSpPr>
        <p:spPr>
          <a:xfrm>
            <a:off x="15486923" y="9928984"/>
            <a:ext cx="22424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 - 2022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 txBox="1"/>
          <p:nvPr/>
        </p:nvSpPr>
        <p:spPr>
          <a:xfrm>
            <a:off x="17729344" y="9911199"/>
            <a:ext cx="961453" cy="23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7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" name="Google Shape;319;p25"/>
          <p:cNvGrpSpPr/>
          <p:nvPr/>
        </p:nvGrpSpPr>
        <p:grpSpPr>
          <a:xfrm>
            <a:off x="-26281" y="774700"/>
            <a:ext cx="15071695" cy="827992"/>
            <a:chOff x="-16184" y="8640158"/>
            <a:chExt cx="4045716" cy="439420"/>
          </a:xfrm>
        </p:grpSpPr>
        <p:sp>
          <p:nvSpPr>
            <p:cNvPr id="320" name="Google Shape;320;p25"/>
            <p:cNvSpPr/>
            <p:nvPr/>
          </p:nvSpPr>
          <p:spPr>
            <a:xfrm>
              <a:off x="-16184" y="8640158"/>
              <a:ext cx="3923363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 extrusionOk="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5. Applications</a:t>
              </a:r>
              <a:endParaRPr dirty="0"/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5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           Data Entry                          Blog Writer                       Coder</a:t>
              </a:r>
            </a:p>
            <a:p>
              <a:pPr marL="457200" marR="0" lvl="1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4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4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4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4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1" algn="r"/>
              <a:r>
                <a:rPr lang="en-US" sz="44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 Social Media Management     Transcriptionist        Journalism                </a:t>
              </a:r>
              <a:endParaRPr sz="44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3800173" y="8640158"/>
              <a:ext cx="229359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 extrusionOk="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EC8142D-56B2-E01B-4BD1-7E6469CBF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52" y="1881944"/>
            <a:ext cx="4769289" cy="26125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FF9DD7-9F64-BAEB-83E5-68CA04F92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9799" y="1878492"/>
            <a:ext cx="5089586" cy="26159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DF071D-54A4-C85E-FE4F-92F5AC064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152" y="5746111"/>
            <a:ext cx="4769289" cy="26159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AC0302-67B2-5142-0043-CEE05913B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4572" y="1878492"/>
            <a:ext cx="4056096" cy="26125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698BCE-3AA6-FA72-328C-740DECF49F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89799" y="5775383"/>
            <a:ext cx="5089585" cy="26125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7240F7-207B-CA66-1434-AFD85F8D40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4572" y="5749563"/>
            <a:ext cx="4056096" cy="26125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200">
                <a:solidFill>
                  <a:schemeClr val="lt1"/>
                </a:solidFill>
              </a:rPr>
              <a:t>8</a:t>
            </a:fld>
            <a:endParaRPr sz="3200">
              <a:solidFill>
                <a:schemeClr val="lt1"/>
              </a:solidFill>
            </a:endParaRPr>
          </a:p>
        </p:txBody>
      </p:sp>
      <p:grpSp>
        <p:nvGrpSpPr>
          <p:cNvPr id="329" name="Google Shape;329;p26"/>
          <p:cNvGrpSpPr/>
          <p:nvPr/>
        </p:nvGrpSpPr>
        <p:grpSpPr>
          <a:xfrm>
            <a:off x="-2" y="9568581"/>
            <a:ext cx="19010314" cy="1112119"/>
            <a:chOff x="-2" y="9568581"/>
            <a:chExt cx="19010314" cy="1112119"/>
          </a:xfrm>
        </p:grpSpPr>
        <p:grpSp>
          <p:nvGrpSpPr>
            <p:cNvPr id="330" name="Google Shape;330;p26"/>
            <p:cNvGrpSpPr/>
            <p:nvPr/>
          </p:nvGrpSpPr>
          <p:grpSpPr>
            <a:xfrm>
              <a:off x="-2" y="9568581"/>
              <a:ext cx="19010314" cy="1112119"/>
              <a:chOff x="-324645" y="2222500"/>
              <a:chExt cx="22261686" cy="1302327"/>
            </a:xfrm>
          </p:grpSpPr>
          <p:sp>
            <p:nvSpPr>
              <p:cNvPr id="331" name="Google Shape;331;p26"/>
              <p:cNvSpPr/>
              <p:nvPr/>
            </p:nvSpPr>
            <p:spPr>
              <a:xfrm>
                <a:off x="-324645" y="2222500"/>
                <a:ext cx="17644827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 extrusionOk="0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1764"/>
                  </a:srgbClr>
                </a:outerShdw>
              </a:effectLst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26"/>
              <p:cNvSpPr/>
              <p:nvPr/>
            </p:nvSpPr>
            <p:spPr>
              <a:xfrm>
                <a:off x="20621789" y="2222500"/>
                <a:ext cx="1315252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 extrusionOk="0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1764"/>
                  </a:srgbClr>
                </a:outerShdw>
              </a:effectLst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3" name="Google Shape;333;p26"/>
            <p:cNvSpPr/>
            <p:nvPr/>
          </p:nvSpPr>
          <p:spPr>
            <a:xfrm>
              <a:off x="15067756" y="9568581"/>
              <a:ext cx="2819400" cy="1112119"/>
            </a:xfrm>
            <a:custGeom>
              <a:avLst/>
              <a:gdLst/>
              <a:ahLst/>
              <a:cxnLst/>
              <a:rect l="l" t="t" r="r" b="b"/>
              <a:pathLst>
                <a:path w="1883409" h="440055" extrusionOk="0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99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26"/>
          <p:cNvSpPr txBox="1"/>
          <p:nvPr/>
        </p:nvSpPr>
        <p:spPr>
          <a:xfrm>
            <a:off x="665956" y="9771598"/>
            <a:ext cx="11277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Typing Speed Test</a:t>
            </a:r>
            <a:endParaRPr lang="en-US" sz="4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26"/>
          <p:cNvSpPr txBox="1"/>
          <p:nvPr/>
        </p:nvSpPr>
        <p:spPr>
          <a:xfrm>
            <a:off x="15486923" y="9928984"/>
            <a:ext cx="22424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 - 2022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6"/>
          <p:cNvSpPr txBox="1"/>
          <p:nvPr/>
        </p:nvSpPr>
        <p:spPr>
          <a:xfrm>
            <a:off x="17729344" y="9911199"/>
            <a:ext cx="961453" cy="23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7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" name="Google Shape;337;p26"/>
          <p:cNvGrpSpPr/>
          <p:nvPr/>
        </p:nvGrpSpPr>
        <p:grpSpPr>
          <a:xfrm>
            <a:off x="-26281" y="774700"/>
            <a:ext cx="15071695" cy="827992"/>
            <a:chOff x="-16184" y="8640158"/>
            <a:chExt cx="4045716" cy="439420"/>
          </a:xfrm>
        </p:grpSpPr>
        <p:sp>
          <p:nvSpPr>
            <p:cNvPr id="338" name="Google Shape;338;p26"/>
            <p:cNvSpPr/>
            <p:nvPr/>
          </p:nvSpPr>
          <p:spPr>
            <a:xfrm>
              <a:off x="-16184" y="8640158"/>
              <a:ext cx="3923363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 extrusionOk="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6. Conclusion</a:t>
              </a:r>
              <a:endParaRPr dirty="0"/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3800173" y="8640158"/>
              <a:ext cx="229359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 extrusionOk="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26"/>
          <p:cNvSpPr txBox="1"/>
          <p:nvPr/>
        </p:nvSpPr>
        <p:spPr>
          <a:xfrm>
            <a:off x="1199356" y="2070100"/>
            <a:ext cx="13670530" cy="7294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57250" indent="-857250">
              <a:buClr>
                <a:schemeClr val="dk1"/>
              </a:buClr>
              <a:buSzPts val="3600"/>
              <a:buFont typeface="Wingdings" panose="05000000000000000000" pitchFamily="2" charset="2"/>
              <a:buChar char="v"/>
            </a:pPr>
            <a:r>
              <a:rPr lang="en-US" sz="6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6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yping remains a fundamental skill</a:t>
            </a:r>
          </a:p>
          <a:p>
            <a:pPr>
              <a:buClr>
                <a:schemeClr val="dk1"/>
              </a:buClr>
              <a:buSzPts val="3600"/>
            </a:pPr>
            <a:endParaRPr lang="en-US" sz="6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57250" indent="-857250">
              <a:buClr>
                <a:schemeClr val="dk1"/>
              </a:buClr>
              <a:buSzPts val="3600"/>
              <a:buFont typeface="Wingdings" panose="05000000000000000000" pitchFamily="2" charset="2"/>
              <a:buChar char="v"/>
            </a:pPr>
            <a:r>
              <a:rPr lang="en-US" sz="6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6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ost important computer skills </a:t>
            </a:r>
          </a:p>
          <a:p>
            <a:pPr>
              <a:buClr>
                <a:schemeClr val="dk1"/>
              </a:buClr>
              <a:buSzPts val="3600"/>
            </a:pPr>
            <a:endParaRPr lang="en-US" sz="6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57250" indent="-857250">
              <a:buClr>
                <a:schemeClr val="dk1"/>
              </a:buClr>
              <a:buSzPts val="3600"/>
              <a:buFont typeface="Wingdings" panose="05000000000000000000" pitchFamily="2" charset="2"/>
              <a:buChar char="v"/>
            </a:pPr>
            <a:r>
              <a:rPr lang="en-US" sz="6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Learning to type fast and accurately</a:t>
            </a:r>
          </a:p>
          <a:p>
            <a:pPr>
              <a:buClr>
                <a:schemeClr val="dk1"/>
              </a:buClr>
              <a:buSzPts val="3600"/>
            </a:pPr>
            <a:r>
              <a:rPr lang="en-US" sz="6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857250" indent="-857250">
              <a:buClr>
                <a:schemeClr val="dk1"/>
              </a:buClr>
              <a:buSzPts val="3600"/>
              <a:buFont typeface="Wingdings" panose="05000000000000000000" pitchFamily="2" charset="2"/>
              <a:buChar char="v"/>
            </a:pPr>
            <a:r>
              <a:rPr lang="en-US" sz="7200" dirty="0"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yping faster is a simple way</a:t>
            </a:r>
            <a:endParaRPr lang="en-US" sz="6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200">
                <a:solidFill>
                  <a:schemeClr val="lt1"/>
                </a:solidFill>
              </a:rPr>
              <a:t>9</a:t>
            </a:fld>
            <a:endParaRPr sz="3200">
              <a:solidFill>
                <a:schemeClr val="lt1"/>
              </a:solidFill>
            </a:endParaRPr>
          </a:p>
        </p:txBody>
      </p:sp>
      <p:grpSp>
        <p:nvGrpSpPr>
          <p:cNvPr id="363" name="Google Shape;363;p28"/>
          <p:cNvGrpSpPr/>
          <p:nvPr/>
        </p:nvGrpSpPr>
        <p:grpSpPr>
          <a:xfrm>
            <a:off x="-2" y="9568581"/>
            <a:ext cx="19010314" cy="1112119"/>
            <a:chOff x="-2" y="9568581"/>
            <a:chExt cx="19010314" cy="1112119"/>
          </a:xfrm>
        </p:grpSpPr>
        <p:grpSp>
          <p:nvGrpSpPr>
            <p:cNvPr id="364" name="Google Shape;364;p28"/>
            <p:cNvGrpSpPr/>
            <p:nvPr/>
          </p:nvGrpSpPr>
          <p:grpSpPr>
            <a:xfrm>
              <a:off x="-2" y="9568581"/>
              <a:ext cx="19010314" cy="1112119"/>
              <a:chOff x="-324645" y="2222500"/>
              <a:chExt cx="22261686" cy="1302327"/>
            </a:xfrm>
          </p:grpSpPr>
          <p:sp>
            <p:nvSpPr>
              <p:cNvPr id="365" name="Google Shape;365;p28"/>
              <p:cNvSpPr/>
              <p:nvPr/>
            </p:nvSpPr>
            <p:spPr>
              <a:xfrm>
                <a:off x="-324645" y="2222500"/>
                <a:ext cx="17644827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 extrusionOk="0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1764"/>
                  </a:srgbClr>
                </a:outerShdw>
              </a:effectLst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28"/>
              <p:cNvSpPr/>
              <p:nvPr/>
            </p:nvSpPr>
            <p:spPr>
              <a:xfrm>
                <a:off x="20621789" y="2222500"/>
                <a:ext cx="1315252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 extrusionOk="0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1764"/>
                  </a:srgbClr>
                </a:outerShdw>
              </a:effectLst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7" name="Google Shape;367;p28"/>
            <p:cNvSpPr/>
            <p:nvPr/>
          </p:nvSpPr>
          <p:spPr>
            <a:xfrm>
              <a:off x="15067756" y="9568581"/>
              <a:ext cx="2819400" cy="1112119"/>
            </a:xfrm>
            <a:custGeom>
              <a:avLst/>
              <a:gdLst/>
              <a:ahLst/>
              <a:cxnLst/>
              <a:rect l="l" t="t" r="r" b="b"/>
              <a:pathLst>
                <a:path w="1883409" h="440055" extrusionOk="0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99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28"/>
          <p:cNvSpPr txBox="1"/>
          <p:nvPr/>
        </p:nvSpPr>
        <p:spPr>
          <a:xfrm>
            <a:off x="665956" y="9771598"/>
            <a:ext cx="11277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Typing Speed Test</a:t>
            </a:r>
            <a:endParaRPr lang="en-US" sz="4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9" name="Google Shape;369;p28"/>
          <p:cNvSpPr txBox="1"/>
          <p:nvPr/>
        </p:nvSpPr>
        <p:spPr>
          <a:xfrm>
            <a:off x="15486923" y="9928984"/>
            <a:ext cx="22424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 - 2022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8"/>
          <p:cNvSpPr txBox="1"/>
          <p:nvPr/>
        </p:nvSpPr>
        <p:spPr>
          <a:xfrm>
            <a:off x="17729344" y="9911199"/>
            <a:ext cx="961453" cy="23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7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1" name="Google Shape;371;p28"/>
          <p:cNvGrpSpPr/>
          <p:nvPr/>
        </p:nvGrpSpPr>
        <p:grpSpPr>
          <a:xfrm>
            <a:off x="-26281" y="774700"/>
            <a:ext cx="15071695" cy="827992"/>
            <a:chOff x="-16184" y="8640158"/>
            <a:chExt cx="4045716" cy="439420"/>
          </a:xfrm>
        </p:grpSpPr>
        <p:sp>
          <p:nvSpPr>
            <p:cNvPr id="372" name="Google Shape;372;p28"/>
            <p:cNvSpPr/>
            <p:nvPr/>
          </p:nvSpPr>
          <p:spPr>
            <a:xfrm>
              <a:off x="-16184" y="8640158"/>
              <a:ext cx="3923363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 extrusionOk="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8. </a:t>
              </a:r>
              <a:r>
                <a:rPr lang="en-US" sz="5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Any Query</a:t>
              </a:r>
              <a:endParaRPr dirty="0"/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3800173" y="8640158"/>
              <a:ext cx="229359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 extrusionOk="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73AC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B6CC161-DB4D-87DD-721A-A1B696523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553" y="2172097"/>
            <a:ext cx="6349206" cy="63492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9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380" name="Google Shape;380;p29" descr="Text, let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53"/>
            <a:ext cx="19182556" cy="10709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256</Words>
  <Application>Microsoft Office PowerPoint</Application>
  <PresentationFormat>Custom</PresentationFormat>
  <Paragraphs>106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pranjal chakravarti</cp:lastModifiedBy>
  <cp:revision>9</cp:revision>
  <dcterms:modified xsi:type="dcterms:W3CDTF">2022-12-07T08:37:00Z</dcterms:modified>
</cp:coreProperties>
</file>